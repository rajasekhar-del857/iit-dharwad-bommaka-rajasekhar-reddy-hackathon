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8FAFC"/>
                </a:solidFill>
                <a:latin typeface="Aptos"/>
              </a:defRPr>
            </a:pPr>
            <a:r>
              <a:t>SentinelRisk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CBD5E1"/>
                </a:solidFill>
                <a:latin typeface="Aptos"/>
              </a:defRPr>
            </a:pPr>
            <a:r>
              <a:t>Explainable financial event intelligence</a:t>
            </a:r>
          </a:p>
          <a:p>
            <a:pPr>
              <a:spcAft>
                <a:spcPts val="800"/>
              </a:spcAft>
              <a:defRPr sz="2400" b="0">
                <a:solidFill>
                  <a:srgbClr val="CBD5E1"/>
                </a:solidFill>
                <a:latin typeface="Aptos"/>
              </a:defRPr>
            </a:pPr>
            <a:r>
              <a:t>and portfolio risk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Bommaka Rajasekhar Reddy  |  IIT Dharwad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2D3EE"/>
                </a:solidFill>
                <a:latin typeface="Aptos"/>
              </a:defRPr>
            </a:pPr>
            <a:r>
              <a:t>Prototype · Synthetic data · Explainable scenario modelling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The problem and 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Financial news and social text are unstructured and arrive faster than manual review.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Risk teams need structured sentiment, event type, severity and affected exposures.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SentinelRisk normalizes text, scores sentiment, classifies events and emits validated JSON signals.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One risk engine powers portfolio stress testing and tactical index rebalancing.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02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Architecture and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899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03 ·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Implementation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Hybrid sentiment: optional FinBERT plus offline lexicon fallback for reproducible demos.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Transparent event taxonomy and weighted 1–10 impact heuristic with traceable reasons.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FastAPI endpoints, SQLite persistence, Streamlit dashboard and CSV/JSON exports.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Event-specific synthetic shocks and bounded index weights with validation invariants.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04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Validation and measurable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Automated tests cover ingestion, sentiment, event classification, signal fields, API and financial invariants.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Run the demo to produce risk signals, stress-test outputs and rebalanced index weights.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Evaluation script reports metrics on a small synthetic labelled set.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Do not interpret demo metrics as real-world performance; independent evaluation is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05 · FINANCIAL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Potential domain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Prioritizes events for analyst review using explainable scores and traceable reasons.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Shows which synthetic positions drive scenario losses instead of presenting one opaque portfolio number.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Supports what-if analysis with configurable thresholds and scenario assumptions.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Can later connect to validated exposure data, governance and calibrated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D3EE"/>
                </a:solidFill>
                <a:latin typeface="Aptos"/>
              </a:defRPr>
            </a:pPr>
            <a:r>
              <a:t>06 · RESPONSIBLE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Bundled data and holdings are synthetic; RSS availability varies by network.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Keyword classification and offline sentiment are baselines and can miss context.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Stress shocks are illustrative, not predictions; instrument valuation is simplified.</a:t>
            </a:r>
          </a:p>
          <a:p>
            <a:pPr>
              <a:spcAft>
                <a:spcPts val="800"/>
              </a:spcAft>
              <a:defRPr sz="1900" b="0">
                <a:solidFill>
                  <a:srgbClr val="F8FAFC"/>
                </a:solidFill>
                <a:latin typeface="Aptos"/>
              </a:defRPr>
            </a:pPr>
            <a:r>
              <a:t>•  Next: larger labelled evaluation, impact calibration, entity resolution, backtesting and realistic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